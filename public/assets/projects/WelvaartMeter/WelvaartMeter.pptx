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35"/>
  </p:normalViewPr>
  <p:slideViewPr>
    <p:cSldViewPr snapToGrid="0">
      <p:cViewPr varScale="1">
        <p:scale>
          <a:sx n="96" d="100"/>
          <a:sy n="96" d="100"/>
        </p:scale>
        <p:origin x="40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D89C3-FE0C-719B-7603-F1C6F7EC3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6EF92F-E849-964C-FCA3-F9F024572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C11CA-8480-5EA6-D6A5-45C35BE37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43D37-CF47-5F48-9B5D-FF088CB6D9C8}" type="datetimeFigureOut">
              <a:rPr lang="en-NL" smtClean="0"/>
              <a:t>24/09/2025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91980-E4B2-12DF-B3E9-1DFD749E2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704A5-3C71-75D8-EA5A-F470CC491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12C1B-C5D2-1C46-ABB3-4CAB19A734D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42073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C6F94-C6DF-7749-CC97-0F2564566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9959B-0C97-473B-E87D-89F7B157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165B4-F809-2A9D-0143-0562F226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43D37-CF47-5F48-9B5D-FF088CB6D9C8}" type="datetimeFigureOut">
              <a:rPr lang="en-NL" smtClean="0"/>
              <a:t>24/09/2025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F1BAC-6856-B63F-C6E3-3CEF97A17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DB961-9A3C-BA57-BDE1-FB04D9C0C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12C1B-C5D2-1C46-ABB3-4CAB19A734D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27979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A9D8D-6373-DA14-F3B7-7E7F2D08F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B61C5-AB3A-957B-2D44-3EDDF9A5A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5E4E5-E9E7-CBEC-237F-0BF9342B0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43D37-CF47-5F48-9B5D-FF088CB6D9C8}" type="datetimeFigureOut">
              <a:rPr lang="en-NL" smtClean="0"/>
              <a:t>24/09/2025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65F66-D4A5-39AC-2F79-2935C5229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29847-8008-599F-5FBD-75133496D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12C1B-C5D2-1C46-ABB3-4CAB19A734D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2472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91423-268D-1460-7FFD-3CA0751B0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DF40F-E6E7-1CE3-02BA-B9BF4C157E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2B146E-01AB-4B49-A951-0CBD2A404F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B2D71-6B92-F55B-989D-14817620D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43D37-CF47-5F48-9B5D-FF088CB6D9C8}" type="datetimeFigureOut">
              <a:rPr lang="en-NL" smtClean="0"/>
              <a:t>24/09/2025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988424-D645-CB26-CE2F-40DE8CFED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1210A-650E-23BC-BA9D-9E629C684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12C1B-C5D2-1C46-ABB3-4CAB19A734D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67338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3FCDE-D114-2F85-0063-759FF9BE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AAD1F-F13F-DDC2-60A5-48ECB3A73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3A0F4-8A57-F428-B96F-D60795FEF9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064061-2030-3770-FA8F-FDFD119107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9BF9B7-3096-3FC5-0B18-416AD3CC8B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0F41D6-0CCA-BA05-A511-8DE53D4F9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43D37-CF47-5F48-9B5D-FF088CB6D9C8}" type="datetimeFigureOut">
              <a:rPr lang="en-NL" smtClean="0"/>
              <a:t>24/09/2025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CAE6EB-570C-7C45-8181-9F822473F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C56A69-1FCB-60DA-21B4-44C4D216F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12C1B-C5D2-1C46-ABB3-4CAB19A734D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02433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64058-B005-9FF1-F973-0E6AD8A04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50E0C1-8987-0E8D-ECB4-4407397B7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43D37-CF47-5F48-9B5D-FF088CB6D9C8}" type="datetimeFigureOut">
              <a:rPr lang="en-NL" smtClean="0"/>
              <a:t>24/09/2025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9CA16D-F431-4AE9-C8B0-33B32775D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D5B556-00B0-D60B-53F7-B5592738E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12C1B-C5D2-1C46-ABB3-4CAB19A734D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55521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41762F-A351-CD9C-7969-7B3EB7DCD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43D37-CF47-5F48-9B5D-FF088CB6D9C8}" type="datetimeFigureOut">
              <a:rPr lang="en-NL" smtClean="0"/>
              <a:t>24/09/2025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4545D8-92DF-4C63-BE2F-7E0E0303E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E7873-5655-7CC9-D1B2-74335F630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12C1B-C5D2-1C46-ABB3-4CAB19A734D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97096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00179-34EE-5807-1E48-538CE430A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AE37E-4986-4DC9-EE67-7DDEEE8CE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24AC64-9284-0763-3BED-B0B8F47D2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A77545-29F7-DCB2-C7DC-ED51DA56A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43D37-CF47-5F48-9B5D-FF088CB6D9C8}" type="datetimeFigureOut">
              <a:rPr lang="en-NL" smtClean="0"/>
              <a:t>24/09/2025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43E1E-E167-D2DD-4839-363F5047D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D606D5-625C-5C67-985E-070C346BC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12C1B-C5D2-1C46-ABB3-4CAB19A734D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90519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47BB3-A810-F9E5-ACEB-C0B7988C9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F15ADE-8080-9DB7-A48C-22EF5D1DA9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548B14-72E0-EA2C-2198-BC214731A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F535A-4DEC-BD78-3BA3-FAC900C30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43D37-CF47-5F48-9B5D-FF088CB6D9C8}" type="datetimeFigureOut">
              <a:rPr lang="en-NL" smtClean="0"/>
              <a:t>24/09/2025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DCA7E-368A-8622-50C6-54DCE7F06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5CCFAE-1F18-BE64-1B25-2BF231022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12C1B-C5D2-1C46-ABB3-4CAB19A734D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28785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DF341-A71B-05B9-7A10-2028EB2B5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118728-4186-C4B1-F043-22301B4C1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9030E-C500-9427-FA0A-1FEC20AB0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43D37-CF47-5F48-9B5D-FF088CB6D9C8}" type="datetimeFigureOut">
              <a:rPr lang="en-NL" smtClean="0"/>
              <a:t>24/09/2025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56626-DD3A-F236-2C72-DF536FAE3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6D855-7D08-AC5D-79C5-A7FAD069B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12C1B-C5D2-1C46-ABB3-4CAB19A734D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6630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93296F-5B6E-14C6-0354-5370C0575A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ECFEFC-C2FD-8AE1-1148-DD9B3F116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03E99-819B-8F84-7CAB-B323E4C72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43D37-CF47-5F48-9B5D-FF088CB6D9C8}" type="datetimeFigureOut">
              <a:rPr lang="en-NL" smtClean="0"/>
              <a:t>24/09/2025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AAD0A-C88D-FF9A-1773-F40B587C4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A6049-B5F9-6D7F-529E-4B11487E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12C1B-C5D2-1C46-ABB3-4CAB19A734D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87662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4AB574-6144-8BEB-DA8A-D42195D10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D3F208-9BEA-C817-B8C5-70E05785B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343A0-6747-4ECD-6BE6-62B84C59A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C43D37-CF47-5F48-9B5D-FF088CB6D9C8}" type="datetimeFigureOut">
              <a:rPr lang="en-NL" smtClean="0"/>
              <a:t>24/09/2025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77D92-861A-0303-8D7E-3F7616A16C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268DD-FEBD-A3F1-FFA0-40903D2A8B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812C1B-C5D2-1C46-ABB3-4CAB19A734D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96720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6D20306-857F-E34B-19D9-201DE42330D4}"/>
              </a:ext>
            </a:extLst>
          </p:cNvPr>
          <p:cNvGrpSpPr/>
          <p:nvPr/>
        </p:nvGrpSpPr>
        <p:grpSpPr>
          <a:xfrm>
            <a:off x="423417" y="636104"/>
            <a:ext cx="11345165" cy="5850835"/>
            <a:chOff x="226171" y="367557"/>
            <a:chExt cx="12855028" cy="6490443"/>
          </a:xfrm>
        </p:grpSpPr>
        <p:pic>
          <p:nvPicPr>
            <p:cNvPr id="4" name="Afbeelding 9">
              <a:extLst>
                <a:ext uri="{FF2B5EF4-FFF2-40B4-BE49-F238E27FC236}">
                  <a16:creationId xmlns:a16="http://schemas.microsoft.com/office/drawing/2014/main" id="{30E4E348-B0CA-A80F-658F-0B67503681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69746" y="367557"/>
              <a:ext cx="3085272" cy="6196617"/>
            </a:xfrm>
            <a:prstGeom prst="rect">
              <a:avLst/>
            </a:prstGeom>
          </p:spPr>
        </p:pic>
        <p:pic>
          <p:nvPicPr>
            <p:cNvPr id="5" name="Afbeelding 11">
              <a:extLst>
                <a:ext uri="{FF2B5EF4-FFF2-40B4-BE49-F238E27FC236}">
                  <a16:creationId xmlns:a16="http://schemas.microsoft.com/office/drawing/2014/main" id="{B0AE4FE7-EB25-7054-1199-23EB9E51B9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13320" y="367557"/>
              <a:ext cx="3085272" cy="6179184"/>
            </a:xfrm>
            <a:prstGeom prst="rect">
              <a:avLst/>
            </a:prstGeom>
          </p:spPr>
        </p:pic>
        <p:pic>
          <p:nvPicPr>
            <p:cNvPr id="6" name="Afbeelding 13">
              <a:extLst>
                <a:ext uri="{FF2B5EF4-FFF2-40B4-BE49-F238E27FC236}">
                  <a16:creationId xmlns:a16="http://schemas.microsoft.com/office/drawing/2014/main" id="{EDBB8940-C849-5EEB-5627-32EE257871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56894" y="384990"/>
              <a:ext cx="3124305" cy="6179184"/>
            </a:xfrm>
            <a:prstGeom prst="rect">
              <a:avLst/>
            </a:prstGeom>
          </p:spPr>
        </p:pic>
        <p:pic>
          <p:nvPicPr>
            <p:cNvPr id="7" name="Afbeelding 26">
              <a:extLst>
                <a:ext uri="{FF2B5EF4-FFF2-40B4-BE49-F238E27FC236}">
                  <a16:creationId xmlns:a16="http://schemas.microsoft.com/office/drawing/2014/main" id="{95ACE8E1-0A35-A8A3-7EE6-1377C95095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-4732"/>
            <a:stretch>
              <a:fillRect/>
            </a:stretch>
          </p:blipFill>
          <p:spPr>
            <a:xfrm>
              <a:off x="226171" y="367557"/>
              <a:ext cx="3085273" cy="64904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892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Joris de Leeuw</dc:creator>
  <cp:lastModifiedBy>Joris de Leeuw</cp:lastModifiedBy>
  <cp:revision>1</cp:revision>
  <dcterms:created xsi:type="dcterms:W3CDTF">2025-09-24T10:43:48Z</dcterms:created>
  <dcterms:modified xsi:type="dcterms:W3CDTF">2025-09-24T10:47:06Z</dcterms:modified>
</cp:coreProperties>
</file>