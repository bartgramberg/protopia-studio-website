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77" r:id="rId2"/>
    <p:sldId id="378" r:id="rId3"/>
  </p:sldIdLst>
  <p:sldSz cx="12192000" cy="6858000"/>
  <p:notesSz cx="6858000" cy="9144000"/>
  <p:defaultTextStyle>
    <a:defPPr>
      <a:defRPr lang="en-US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F60AB0F-8B66-8B4E-8934-B1FC927C63C8}">
          <p14:sldIdLst/>
        </p14:section>
        <p14:section name="Aanleiding / doel" id="{966D4646-5C76-DD44-B62F-CE7E48D10491}">
          <p14:sldIdLst/>
        </p14:section>
        <p14:section name="Analyse mockup" id="{F14A6D59-E8E9-FF4F-87F1-C91C6BF09744}">
          <p14:sldIdLst>
            <p14:sldId id="377"/>
            <p14:sldId id="378"/>
          </p14:sldIdLst>
        </p14:section>
        <p14:section name="Analyes platforms" id="{F70FC6CC-71E3-264D-993C-A5F751BBD641}">
          <p14:sldIdLst/>
        </p14:section>
        <p14:section name="Conclusies" id="{06F2E384-BD1A-624C-BB24-A4796951750E}">
          <p14:sldIdLst/>
        </p14:section>
        <p14:section name="Ontwikkelscenario's" id="{7691D1B4-E647-1041-93A1-669D689516F5}">
          <p14:sldIdLst/>
        </p14:section>
        <p14:section name="Advies en vervolgstappen" id="{A2385D9D-37CE-9E4E-92A2-B1CCC8A0255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FF"/>
    <a:srgbClr val="F45DBC"/>
    <a:srgbClr val="EA5AC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65"/>
    <p:restoredTop sz="94658"/>
  </p:normalViewPr>
  <p:slideViewPr>
    <p:cSldViewPr snapToGrid="0" snapToObjects="1">
      <p:cViewPr varScale="1">
        <p:scale>
          <a:sx n="102" d="100"/>
          <a:sy n="102" d="100"/>
        </p:scale>
        <p:origin x="8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EE4E1-50E0-4D4D-89BF-CAC9EFB73E86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5329C-F5B8-2447-A793-46621975C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FB79-D839-5A4D-93A7-13E531F8A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8FD87-7299-5D46-BD18-1AC8A424A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84D0E-EC4C-BC46-84C8-5F9F5028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3F7BB-7D55-D948-AEAD-728F1120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D94E-8379-0249-A0F3-8570C9D5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1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2AB3-4B6C-8A42-ADC6-02BB8BD0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0946D-842B-DF49-9128-1AEC2114D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6C945-CAE3-B741-B3B3-FCDF5AF3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67B5E-BD76-F644-8968-69052BB0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99ED8-EBF5-0D47-A23E-22309F50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2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9972-CCB1-F445-A23D-BAA79C94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BFC13-9B6B-3741-9159-BAA51BF0C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7E83A-F972-6848-AC04-C0E612DD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7AEF9-A5D7-0E4A-B117-65A94604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6091-ADE9-F04E-A02B-7A53C8E8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9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5DCC-484E-3344-AD84-E79D240C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0EC4-37DE-754B-B385-6E0920DB8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EA577-DC7D-204A-8AAD-675EF0C9D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F1513-856A-6E4A-A51A-434CF913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A45C6-9DF0-B54A-976A-C4884D5B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70082-EA54-B947-882E-66A196EF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4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6235-845D-5A44-AB7F-8DABE5655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4E95F-257E-C649-AEF6-9BFC23CA6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A78DC-CC04-7B49-ABC1-0655BCF4C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515DD-EC64-CE4C-B623-4A6C192D3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0AD90-8C53-FE4B-93D1-E7FAB4DF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A536B-30A1-6B4A-B7FC-E03CEA3E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327D1-3E11-B048-A0E8-8B9A09CD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22568-A588-D942-84D7-A9C4FB00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7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A879-D023-F94E-B53D-C32A67D4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CDE0C-6454-C44C-A78D-355D4B8C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9F119-A015-EC41-AED5-67C55B7C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80A11-E4B3-1149-A5D8-5E06834A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A47BF-44E1-7244-955E-E0D16B63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08E82-67EC-3744-A397-286AC2EF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0D185-254D-1942-997A-C4EEE0DC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D6B8-F78E-2549-8AFC-F990D5C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1B199-2B9B-5249-89B1-17EAD3AF0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805F4-964A-3A4C-85FE-01F5BFF4A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6D482-C999-E24C-9AFE-DC24283B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CAE9B-8BB7-594A-AF52-E52CD4BD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1BCA7-49D9-EA49-90AD-8E8AC7C5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AF59-4154-6547-85D3-B0C4C7A1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E7E39-7A64-6E4B-9EFD-48AE49C49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BFB0B-3588-F949-86B9-2AE58A2B4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5E1E5-AF94-1F4C-8F7F-1355BCE4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60B5A-51FC-2042-892D-1A3B41ED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6EA0C-6AED-8843-AC00-A1A50600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0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402E-1E68-CC47-A891-A00F2174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82502-01F0-2646-B116-978A499C7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A5C60-28F3-FD4E-BF04-8B904F67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9487E-2CFC-3243-A5CE-551F9845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4D7DB-9D79-F249-82D3-FA0557F8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7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AA7597-8F83-C34A-85AB-CA9E5B4EB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00A3E-BBC2-E648-8CFB-748C207F9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578B-E233-8246-8835-A8529C09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834EB-1FDA-9E49-8757-41D606C3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8418A-54A7-BF43-9635-9E9D280E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6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326C5-26C4-D242-AD4C-7DBA40B2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1EFC5-4FE7-9A45-A91F-520132DD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BD7BD-04BF-5B45-918B-B6D8280AC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B3994-94CB-9245-BCA8-80D3516F58E5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7EAF2-F0D3-1D41-88CE-6D66D0FCC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5B20F-3A90-354E-A55A-3EEC76A6C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218CF-D310-DD49-89EE-72B857FA0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0C580-7905-05C2-E695-B011E311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C1B25-274B-381D-0688-0E35F182D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772"/>
          <a:stretch/>
        </p:blipFill>
        <p:spPr>
          <a:xfrm>
            <a:off x="522039" y="352754"/>
            <a:ext cx="3636601" cy="615249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6D0951-49E2-9D7F-5F0D-5E1447894E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374" b="13399"/>
          <a:stretch/>
        </p:blipFill>
        <p:spPr>
          <a:xfrm>
            <a:off x="4421505" y="352753"/>
            <a:ext cx="3636601" cy="615249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075569-2FF7-BCCF-DEBE-89455FAC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971" y="352753"/>
            <a:ext cx="3253078" cy="61492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092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DD5CA-B515-097A-2743-D7974D9C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EE8426-46EA-60B2-784D-2E2F4D5D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3" y="371373"/>
            <a:ext cx="2886256" cy="61152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6C42F8-2AAE-A5DE-056B-EE3F967A0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157" y="371373"/>
            <a:ext cx="3155105" cy="611520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0C4AF8-CBCF-9DF4-78CF-3C815AA3CD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747"/>
          <a:stretch/>
        </p:blipFill>
        <p:spPr>
          <a:xfrm>
            <a:off x="7166340" y="371373"/>
            <a:ext cx="4119611" cy="612943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619018-CD17-C9EC-1FEF-4A9163AFD2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90" t="8261" r="11930" b="7454"/>
          <a:stretch/>
        </p:blipFill>
        <p:spPr>
          <a:xfrm>
            <a:off x="7429386" y="3048643"/>
            <a:ext cx="4504837" cy="321246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014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13066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Lange termijn doel</dc:title>
  <dc:creator>Joris de Leeuw</dc:creator>
  <cp:lastModifiedBy>Joris de Leeuw</cp:lastModifiedBy>
  <cp:revision>123</cp:revision>
  <cp:lastPrinted>2024-04-08T13:32:43Z</cp:lastPrinted>
  <dcterms:created xsi:type="dcterms:W3CDTF">2023-09-04T11:29:51Z</dcterms:created>
  <dcterms:modified xsi:type="dcterms:W3CDTF">2025-09-24T13:47:13Z</dcterms:modified>
</cp:coreProperties>
</file>